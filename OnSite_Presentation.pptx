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OnSite: Offline Facial Recognition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Zero-Network Liveness &amp; Sync Mechanism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Technical Requirements &amp; Achievements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Framework: React Native (Android 8+, iOS 12+)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Speed: Sub-second processing time on mid-range devices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Models: SFace (~37MB) + MiniFASNet (~1.7MB)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Liveness: Passive (MiniFASNet) &amp; Active (Blink, Smile, Turn)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Security: Offline XOR encrypted template storage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Sync: AWS endpoint stub integration + Local Purge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Offline Liveness &amp; Anti-Spoofing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1. Passive Liveness (MiniFASNet)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- Extracts face crop and detects texture/depth anomalies.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- Evaluates if the face is a printed photo or screen.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333333"/>
                </a:solidFill>
              </a:rPr>
              <a:t>2. Active Liveness (Challenges)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- Blink detection using eye-open probability.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- Smile detection using face contour analysis.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- Head turn validation using Euler angles (Y/Z axis).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Sync &amp; Purge Mechanism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Record Queue: Verification events are stored securely on-device.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SyncClient: Upon network restoration, records are POSTed to AWS endpoint.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Purge Target: Successfully synced records are purged locally to free space.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2026-05-25T06:59:56Z</dcterms:created>
  <dcterms:modified xsi:type="dcterms:W3CDTF">2026-05-25T06:59:56Z</dcterms:modified>
</cp:coreProperties>
</file>